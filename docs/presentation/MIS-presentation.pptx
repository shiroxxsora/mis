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A0A0A8"/>
                </a:solidFill>
                <a:latin typeface="Segoe UI"/>
              </a:defRPr>
            </a:pPr>
            <a:r>
              <a:t>Медицинская информационная система</a:t>
            </a:r>
          </a:p>
          <a:p>
            <a:pPr>
              <a:defRPr sz="2200">
                <a:solidFill>
                  <a:srgbClr val="A0A0A8"/>
                </a:solidFill>
                <a:latin typeface="Segoe UI"/>
              </a:defRPr>
            </a:pPr>
            <a:r>
              <a:t>Стоматологическая клиника · Docker · GraphQL ·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О системе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Единый стек для реестра пациентов, записи на приём и ведения визита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Веб-интерфейс React с входом через Keycloak (OIDC, PKCE)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Данные клиники в PostgreSQL; доступ через Hasura GraphQL с ролевой моделью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Оркестрация LLM, распознавания снимков и файлов — service-logic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Одна клиника: общий реестр для всех авторизованных сотрудников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Технологический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5486400" cy="1143000"/>
          </a:xfrm>
          <a:prstGeom prst="rect">
            <a:avLst/>
          </a:prstGeom>
          <a:solidFill>
            <a:srgbClr val="FFE1D7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Frontend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React, Vite, TypeScript, nginx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43000"/>
            <a:ext cx="5486400" cy="1143000"/>
          </a:xfrm>
          <a:prstGeom prst="rect">
            <a:avLst/>
          </a:prstGeom>
          <a:solidFill>
            <a:srgbClr val="F8F8F9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API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Spring Cloud Gateway, Spring Boot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68880"/>
            <a:ext cx="5486400" cy="1143000"/>
          </a:xfrm>
          <a:prstGeom prst="rect">
            <a:avLst/>
          </a:prstGeom>
          <a:solidFill>
            <a:srgbClr val="FFE1D7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Данные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Hasura, PostgreSQL 18, Liquibase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468880"/>
            <a:ext cx="5486400" cy="1143000"/>
          </a:xfrm>
          <a:prstGeom prst="rect">
            <a:avLst/>
          </a:prstGeom>
          <a:solidFill>
            <a:srgbClr val="F8F8F9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Auth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Keycloak 24, JWT RS256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794760"/>
            <a:ext cx="5486400" cy="1143000"/>
          </a:xfrm>
          <a:prstGeom prst="rect">
            <a:avLst/>
          </a:prstGeom>
          <a:solidFill>
            <a:srgbClr val="FFE1D7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ML / AI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FastAPI, DentalNet, внешний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794760"/>
            <a:ext cx="5486400" cy="1143000"/>
          </a:xfrm>
          <a:prstGeom prst="rect">
            <a:avLst/>
          </a:prstGeom>
          <a:solidFill>
            <a:srgbClr val="F8F8F9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Файлы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MinIO (S3), бакет mis-patient-images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120640"/>
            <a:ext cx="5486400" cy="1143000"/>
          </a:xfrm>
          <a:prstGeom prst="rect">
            <a:avLst/>
          </a:prstGeom>
          <a:solidFill>
            <a:srgbClr val="FFE1D7"/>
          </a:solidFill>
          <a:ln w="12700">
            <a:solidFill>
              <a:srgbClr val="FF4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111111"/>
                </a:solidFill>
                <a:latin typeface="Segoe UI"/>
              </a:defRPr>
            </a:pPr>
            <a:r>
              <a:t>Инфра</a:t>
            </a:r>
          </a:p>
          <a:p>
            <a:pPr>
              <a:defRPr sz="1300">
                <a:solidFill>
                  <a:srgbClr val="666666"/>
                </a:solidFill>
                <a:latin typeface="Segoe UI"/>
              </a:defRPr>
            </a:pPr>
            <a:r>
              <a:t>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Как пользователь работает в системе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1) Вход через Keycloak (OIDC) и получение роли: врач или регистратура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2) Работа с пациентами и приёмами через live-данные GraphQL (Hasura subscriptions)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3) Ведение приёма через REST: статусы, заметки, отмена, сохранение визита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4) AI-функции для врача: распознавание снимка (DentalNet), саммари и прогноз явки (LLM)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5) Документы: направление (врач) или чек (регистратура), печать из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Архитектура (Docker Compose)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232" y="978408"/>
            <a:ext cx="8051230" cy="5422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Жизненный цикл приёма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32688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11111"/>
                </a:solidFill>
                <a:latin typeface="Segoe UI"/>
              </a:defRPr>
            </a:pPr>
            <a:r>
              <a:t>Автомат состояний (англ. FSM, finite state machine) — набор допустимых статусов приёма и правил перехода между ними. Нельзя «перепрыгнуть» из запланированного сразу в завершённый: смена статуса только по стрелкам на схеме. В Hasura прямой update записей приёмов закрыт; обработка визита идёт через REST API с проверкой этих правил на сервере.</a:t>
            </a:r>
          </a:p>
        </p:txBody>
      </p:sp>
      <p:pic>
        <p:nvPicPr>
          <p:cNvPr id="5" name="Picture 4" descr="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111" y="2276856"/>
            <a:ext cx="2253472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Версионирование БД (Liquibase)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Схема БД меняется только через changelog в backend/liquibase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Каждая миграция — отдельный SQL-файл, порядок фиксирован и воспроизводим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При старте app-db контейнер применяет миграции автоматически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Это убирает «дрейф схемы» между разработкой, тестом и демо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Hasura metadata опирается на актуальную схему после миграций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Тестирование и качество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Backend Java: unit/web-тесты для gateway и service-logic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Покрыты ключевые кейсы: FSM переходов, контроллеры, обработка ошибок, парсинг LLM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Recognition-service: Python-тесты inference и API-эндпоинтов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Тесты запускаются локально и в CI перед релизом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Подход: валидация бизнес-правил + защита от регрессий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Роли и сценарии (врач / регистратура)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se-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78408"/>
            <a:ext cx="11338560" cy="3037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071017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Segoe UI"/>
              </a:defRPr>
            </a:pPr>
            <a:r>
              <a:t>Документы: referral для врача, receipt для регистратуры.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Искусственный интеллект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DentalNet (recognition-service): классификация снимков, опционально SHAP/LIME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LLM (вне Docker): саммари истории визитов, прогноз вероятности явки 0–100%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Backfill при старте: пересчёт attendance_probability для пациентов без значения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Все вызовы AI — через service-logic; gateway проверяет JWT пользователя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Безопасность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JWT на api-gateway (issuer, azp=mis-frontend); service-logic только в Docker-сети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Hasura: роли user / registrar, x-hasura-role из JWT; update appointments закрыт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file_path снимков скрыт в GraphQL; скачивание — REST с JWT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Секреты в .env: HASURA_ADMIN_SECRET, пароли Keycloak/MinIO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Production: сменить дефолты, HASURA_GRAPHQL_DEV_MODE=false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Запуск и демо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4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cp .env.example .env &amp;&amp; docker compose up -d --build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sh scripts/keycloak-create-demo-user.sh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sh scripts/keycloak-create-registrar-user.sh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UI: http://localhost:3000 · API: http://localhost:8084</a:t>
            </a:r>
          </a:p>
          <a:p>
            <a:pPr>
              <a:spcAft>
                <a:spcPts val="800"/>
              </a:spcAft>
              <a:defRPr sz="1800">
                <a:solidFill>
                  <a:srgbClr val="111111"/>
                </a:solidFill>
                <a:latin typeface="Segoe UI"/>
              </a:defRPr>
            </a:pPr>
            <a:r>
              <a:t>Документация: docs/architecture.md, docs/use-cases.md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569</Words>
  <Application>Microsoft Office PowerPoint</Application>
  <PresentationFormat>Широкоэкранный</PresentationFormat>
  <Paragraphs>65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Павел Иванов</cp:lastModifiedBy>
  <cp:revision>2</cp:revision>
  <dcterms:created xsi:type="dcterms:W3CDTF">2013-01-27T09:14:16Z</dcterms:created>
  <dcterms:modified xsi:type="dcterms:W3CDTF">2026-05-27T01:04:38Z</dcterms:modified>
  <cp:category/>
</cp:coreProperties>
</file>